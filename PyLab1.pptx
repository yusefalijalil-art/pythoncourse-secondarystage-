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Python Programming: Lab 1</a:t>
            </a:r>
          </a:p>
          <a:p>
            <a:pPr algn="ctr">
              <a:defRPr sz="2400">
                <a:solidFill>
                  <a:srgbClr val="00B0F0"/>
                </a:solidFill>
              </a:defRPr>
            </a:pPr>
            <a:r>
              <a:t>Basic Operations &amp; Variables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0F0"/>
                </a:solidFill>
              </a:defRPr>
            </a:pPr>
            <a:r>
              <a:t>01. Output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First step in Python.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Using print() function.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Running a text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42976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B0F0"/>
                </a:solidFill>
              </a:defRPr>
            </a:pPr>
            <a:r>
              <a:t>/// Python Logic</a:t>
            </a:r>
          </a:p>
          <a:p>
            <a:pPr>
              <a:defRPr sz="1400">
                <a:solidFill>
                  <a:srgbClr val="B4FFB4"/>
                </a:solidFill>
                <a:latin typeface="Consolas"/>
              </a:defRPr>
            </a:pPr>
            <a:r>
              <a:t>print("hello world!!")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0F0"/>
                </a:solidFill>
              </a:defRPr>
            </a:pPr>
            <a:r>
              <a:t>02. Arithmetic 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Reading User Inputs.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Converting to Float.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Mathematical Addition.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42976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B0F0"/>
                </a:solidFill>
              </a:defRPr>
            </a:pPr>
            <a:r>
              <a:t>/// Python Logic</a:t>
            </a:r>
          </a:p>
          <a:p>
            <a:pPr>
              <a:defRPr sz="1400">
                <a:solidFill>
                  <a:srgbClr val="B4FFB4"/>
                </a:solidFill>
                <a:latin typeface="Consolas"/>
              </a:defRPr>
            </a:pPr>
            <a:r>
              <a:t>n1 = float(input("Enter #1: "))</a:t>
            </a:r>
            <a:br/>
            <a:r>
              <a:t>n2 = float(input("Enter #2: "))</a:t>
            </a:r>
            <a:br/>
            <a:r>
              <a:t>res = n1 + n2</a:t>
            </a:r>
            <a:br/>
            <a:r>
              <a:t>print("The sum is:", res)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0F0"/>
                </a:solidFill>
              </a:defRPr>
            </a:pPr>
            <a:r>
              <a:t>03. Geometry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Using Constant PI.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Circle Area Formula.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Square operation.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42976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B0F0"/>
                </a:solidFill>
              </a:defRPr>
            </a:pPr>
            <a:r>
              <a:t>/// Python Logic</a:t>
            </a:r>
          </a:p>
          <a:p>
            <a:pPr>
              <a:defRPr sz="1400">
                <a:solidFill>
                  <a:srgbClr val="B4FFB4"/>
                </a:solidFill>
                <a:latin typeface="Consolas"/>
              </a:defRPr>
            </a:pPr>
            <a:r>
              <a:t>PI = 3.14159</a:t>
            </a:r>
            <a:br/>
            <a:r>
              <a:t>r = float(input("Radius: "))</a:t>
            </a:r>
            <a:br/>
            <a:r>
              <a:t>area = PI * r * r</a:t>
            </a:r>
            <a:br/>
            <a:r>
              <a:t>print("Area:", area)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0F0"/>
                </a:solidFill>
              </a:defRPr>
            </a:pPr>
            <a:r>
              <a:t>04. Statistics (Mean)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Handling 4 Variables.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Cumulative Sum.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Average Calculation.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42976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B0F0"/>
                </a:solidFill>
              </a:defRPr>
            </a:pPr>
            <a:r>
              <a:t>/// Python Logic</a:t>
            </a:r>
          </a:p>
          <a:p>
            <a:pPr>
              <a:defRPr sz="1400">
                <a:solidFill>
                  <a:srgbClr val="B4FFB4"/>
                </a:solidFill>
                <a:latin typeface="Consolas"/>
              </a:defRPr>
            </a:pPr>
            <a:r>
              <a:t>total = g1 + g2 + g3 + g4</a:t>
            </a:r>
            <a:br/>
            <a:r>
              <a:t>avg = total / 4</a:t>
            </a:r>
            <a:br/>
            <a:r>
              <a:t>print("Avg:", avg)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0F0"/>
                </a:solidFill>
              </a:defRPr>
            </a:pPr>
            <a:r>
              <a:t>05. Unit Converter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Fixed Conversion Factor.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Meters to Centimeters.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Scalar multiplication.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42976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B0F0"/>
                </a:solidFill>
              </a:defRPr>
            </a:pPr>
            <a:r>
              <a:t>/// Python Logic</a:t>
            </a:r>
          </a:p>
          <a:p>
            <a:pPr>
              <a:defRPr sz="1400">
                <a:solidFill>
                  <a:srgbClr val="B4FFB4"/>
                </a:solidFill>
                <a:latin typeface="Consolas"/>
              </a:defRPr>
            </a:pPr>
            <a:r>
              <a:t>CM_FACTOR = 100</a:t>
            </a:r>
            <a:br/>
            <a:r>
              <a:t>m = float(input("Meters: "))</a:t>
            </a:r>
            <a:br/>
            <a:r>
              <a:t>cm = m * CM_FACTOR</a:t>
            </a:r>
            <a:br/>
            <a:r>
              <a:t>print("CM:", cm)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